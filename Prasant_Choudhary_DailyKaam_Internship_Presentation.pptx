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ilm_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1143000" cy="11869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57400" y="59436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05B"/>
                </a:solidFill>
                <a:latin typeface="Aptos Display"/>
              </a:defRPr>
            </a:pPr>
            <a:r>
              <a:t>IILM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5688" y="120700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  <a:latin typeface="Aptos"/>
              </a:defRPr>
            </a:pPr>
            <a:r>
              <a:t>Greater Noida, U.P.  •  School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7E22"/>
                </a:solidFill>
                <a:latin typeface="Aptos"/>
              </a:defRPr>
            </a:pPr>
            <a:r>
              <a:t>SUMMER INTERNSHIP</a:t>
            </a:r>
          </a:p>
          <a:p>
            <a:pPr>
              <a:defRPr sz="3400" b="1">
                <a:solidFill>
                  <a:srgbClr val="11305B"/>
                </a:solidFill>
                <a:latin typeface="Aptos Display"/>
              </a:defRPr>
            </a:pPr>
            <a:r>
              <a:t>DATA SCIENCE INTERNSHIP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26060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67E22"/>
                </a:solidFill>
              </a:defRPr>
            </a:pPr>
            <a:r>
              <a:t>STUDENT</a:t>
            </a:r>
          </a:p>
          <a:p>
            <a:pPr algn="ctr">
              <a:defRPr sz="1300" b="1">
                <a:solidFill>
                  <a:srgbClr val="11305B"/>
                </a:solidFill>
              </a:defRPr>
            </a:pPr>
            <a:r>
              <a:t>PRASANT KUMAR CHOUDHARY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3794760"/>
            <a:ext cx="26060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67E22"/>
                </a:solidFill>
              </a:defRPr>
            </a:pPr>
            <a:r>
              <a:t>ROLL NO.</a:t>
            </a:r>
          </a:p>
          <a:p>
            <a:pPr algn="ctr">
              <a:defRPr sz="1300" b="1">
                <a:solidFill>
                  <a:srgbClr val="11305B"/>
                </a:solidFill>
              </a:defRPr>
            </a:pPr>
            <a:r>
              <a:t>CS-2341863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94760"/>
            <a:ext cx="26060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67E22"/>
                </a:solidFill>
              </a:defRPr>
            </a:pPr>
            <a:r>
              <a:t>PROGRAM</a:t>
            </a:r>
          </a:p>
          <a:p>
            <a:pPr algn="ctr">
              <a:defRPr sz="1300" b="1">
                <a:solidFill>
                  <a:srgbClr val="11305B"/>
                </a:solidFill>
              </a:defRPr>
            </a:pPr>
            <a:r>
              <a:t>B.Tech CSE • 7th Semester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3794760"/>
            <a:ext cx="26060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67E22"/>
                </a:solidFill>
              </a:defRPr>
            </a:pPr>
            <a:r>
              <a:t>ORGANISATION</a:t>
            </a:r>
          </a:p>
          <a:p>
            <a:pPr algn="ctr">
              <a:defRPr sz="1300" b="1">
                <a:solidFill>
                  <a:srgbClr val="11305B"/>
                </a:solidFill>
              </a:defRPr>
            </a:pPr>
            <a:r>
              <a:t>DailyKaam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  <a:latin typeface="Aptos"/>
              </a:defRPr>
            </a:pPr>
            <a:r>
              <a:t>01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05B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Aptos"/>
              </a:defRPr>
            </a:pPr>
            <a:r>
              <a:t>01 •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305B"/>
                </a:solidFill>
              </a:defRPr>
            </a:pPr>
            <a:r>
              <a:t>DATA SCIENCE • 02 JUNE 2026 – 24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Internship focused on practical Data Science activities and predictive modelling.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Worked across data collection, data cleaning, exploratory data analysis (EDA) and statistical analysis.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Created data visualizations and dashboards to communicate data-driven insights.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Used Python for data science work and SQL for data extraction and manipulation.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Gained practical exposure to machine learning model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  <a:latin typeface="Aptos"/>
              </a:defRPr>
            </a:pPr>
            <a:r>
              <a:t>02  •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05B"/>
                </a:solidFill>
                <a:latin typeface="Aptos Display"/>
              </a:defRPr>
            </a:pPr>
            <a:r>
              <a:t>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Aptos"/>
              </a:defRPr>
            </a:pPr>
            <a:r>
              <a:t>02 •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PROBLEM CONTEXT</a:t>
            </a:r>
          </a:p>
          <a:p>
            <a:pPr>
              <a:spcBef>
                <a:spcPts val="1800"/>
              </a:spcBef>
              <a:defRPr sz="1900" b="1">
                <a:solidFill>
                  <a:srgbClr val="11305B"/>
                </a:solidFill>
              </a:defRPr>
            </a:pPr>
            <a:r>
              <a:t>Raw and inconsistent data cannot directly support reliable analysis or decision making.</a:t>
            </a:r>
          </a:p>
          <a:p>
            <a:pPr>
              <a:spcBef>
                <a:spcPts val="1800"/>
              </a:spcBef>
              <a:defRPr sz="1500">
                <a:solidFill>
                  <a:srgbClr val="232830"/>
                </a:solidFill>
              </a:defRPr>
            </a:pPr>
            <a:r>
              <a:t>A structured workflow is required to prepare data, discover patterns, build predictive models and present insights clearly.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029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KEY OBJECTIVES</a:t>
            </a:r>
          </a:p>
          <a:p>
            <a:pPr>
              <a:spcBef>
                <a:spcPts val="1100"/>
              </a:spcBef>
              <a:defRPr sz="1500">
                <a:solidFill>
                  <a:srgbClr val="232830"/>
                </a:solidFill>
              </a:defRPr>
            </a:pPr>
            <a:r>
              <a:t>• Build an end-to-end understanding of a Data Science workflow.</a:t>
            </a:r>
          </a:p>
          <a:p>
            <a:pPr>
              <a:spcBef>
                <a:spcPts val="1100"/>
              </a:spcBef>
              <a:defRPr sz="1500">
                <a:solidFill>
                  <a:srgbClr val="232830"/>
                </a:solidFill>
              </a:defRPr>
            </a:pPr>
            <a:r>
              <a:t>• Clean, explore and statistically analyse datasets.</a:t>
            </a:r>
          </a:p>
          <a:p>
            <a:pPr>
              <a:spcBef>
                <a:spcPts val="1100"/>
              </a:spcBef>
              <a:defRPr sz="1500">
                <a:solidFill>
                  <a:srgbClr val="232830"/>
                </a:solidFill>
              </a:defRPr>
            </a:pPr>
            <a:r>
              <a:t>• Develop meaningful visualizations and dashboards.</a:t>
            </a:r>
          </a:p>
          <a:p>
            <a:pPr>
              <a:spcBef>
                <a:spcPts val="1100"/>
              </a:spcBef>
              <a:defRPr sz="1500">
                <a:solidFill>
                  <a:srgbClr val="232830"/>
                </a:solidFill>
              </a:defRPr>
            </a:pPr>
            <a:r>
              <a:t>• Use SQL for data extraction and manipulation.</a:t>
            </a:r>
          </a:p>
          <a:p>
            <a:pPr>
              <a:spcBef>
                <a:spcPts val="1100"/>
              </a:spcBef>
              <a:defRPr sz="1500">
                <a:solidFill>
                  <a:srgbClr val="232830"/>
                </a:solidFill>
              </a:defRPr>
            </a:pPr>
            <a:r>
              <a:t>• Gain hands-on exposure to machine learning and predictive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  <a:latin typeface="Aptos"/>
              </a:defRPr>
            </a:pPr>
            <a:r>
              <a:t>03  •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05B"/>
                </a:solidFill>
                <a:latin typeface="Aptos Display"/>
              </a:defRPr>
            </a:pPr>
            <a:r>
              <a:t>DATA SCIENCE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Aptos"/>
              </a:defRPr>
            </a:pPr>
            <a:r>
              <a:t>03 • TECHNICAL ROADMAP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566928" cy="566928"/>
          </a:xfrm>
          <a:prstGeom prst="ellipse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36192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05B"/>
                </a:solidFill>
              </a:defRPr>
            </a:pPr>
            <a:r>
              <a:t>DATA COLLECTION</a:t>
            </a:r>
          </a:p>
          <a:p>
            <a:pPr>
              <a:defRPr sz="1200">
                <a:solidFill>
                  <a:srgbClr val="69707A"/>
                </a:solidFill>
              </a:defRPr>
            </a:pPr>
            <a:r>
              <a:t>Gather relevant data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063239"/>
            <a:ext cx="566928" cy="566928"/>
          </a:xfrm>
          <a:prstGeom prst="ellipse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44951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05B"/>
                </a:solidFill>
              </a:defRPr>
            </a:pPr>
            <a:r>
              <a:t>DATA CLEANING</a:t>
            </a:r>
          </a:p>
          <a:p>
            <a:pPr>
              <a:defRPr sz="1200">
                <a:solidFill>
                  <a:srgbClr val="69707A"/>
                </a:solidFill>
              </a:defRPr>
            </a:pPr>
            <a:r>
              <a:t>Prepare consistent data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572000"/>
            <a:ext cx="566928" cy="566928"/>
          </a:xfrm>
          <a:prstGeom prst="ellipse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553712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05B"/>
                </a:solidFill>
              </a:defRPr>
            </a:pPr>
            <a:r>
              <a:t>EDA &amp; STATISTICS</a:t>
            </a:r>
          </a:p>
          <a:p>
            <a:pPr>
              <a:defRPr sz="1200">
                <a:solidFill>
                  <a:srgbClr val="69707A"/>
                </a:solidFill>
              </a:defRPr>
            </a:pPr>
            <a:r>
              <a:t>Find patterns and relationships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554480"/>
            <a:ext cx="566928" cy="566928"/>
          </a:xfrm>
          <a:prstGeom prst="ellipse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536192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05B"/>
                </a:solidFill>
              </a:defRPr>
            </a:pPr>
            <a:r>
              <a:t>VISUALIZATION</a:t>
            </a:r>
          </a:p>
          <a:p>
            <a:pPr>
              <a:defRPr sz="1200">
                <a:solidFill>
                  <a:srgbClr val="69707A"/>
                </a:solidFill>
              </a:defRPr>
            </a:pPr>
            <a:r>
              <a:t>Communicate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3063239"/>
            <a:ext cx="566928" cy="566928"/>
          </a:xfrm>
          <a:prstGeom prst="ellipse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044951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05B"/>
                </a:solidFill>
              </a:defRPr>
            </a:pPr>
            <a:r>
              <a:t>ML MODELLING</a:t>
            </a:r>
          </a:p>
          <a:p>
            <a:pPr>
              <a:defRPr sz="1200">
                <a:solidFill>
                  <a:srgbClr val="69707A"/>
                </a:solidFill>
              </a:defRPr>
            </a:pPr>
            <a:r>
              <a:t>Build predictive models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4572000"/>
            <a:ext cx="566928" cy="566928"/>
          </a:xfrm>
          <a:prstGeom prst="ellipse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553712"/>
            <a:ext cx="4389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305B"/>
                </a:solidFill>
              </a:defRPr>
            </a:pPr>
            <a:r>
              <a:t>DASHBOARDS</a:t>
            </a:r>
          </a:p>
          <a:p>
            <a:pPr>
              <a:defRPr sz="1200">
                <a:solidFill>
                  <a:srgbClr val="69707A"/>
                </a:solidFill>
              </a:defRPr>
            </a:pPr>
            <a:r>
              <a:t>Support data-driven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  <a:latin typeface="Aptos"/>
              </a:defRPr>
            </a:pPr>
            <a:r>
              <a:t>04  •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05B"/>
                </a:solidFill>
                <a:latin typeface="Aptos Display"/>
              </a:defRPr>
            </a:pPr>
            <a:r>
              <a:t>TECHNICAL WORK UNDERTAKEN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Aptos"/>
              </a:defRPr>
            </a:pPr>
            <a:r>
              <a:t>04 • SKILLS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DATA PREPARATION</a:t>
            </a:r>
          </a:p>
          <a:p>
            <a:pPr>
              <a:spcBef>
                <a:spcPts val="1000"/>
              </a:spcBef>
              <a:defRPr sz="1300">
                <a:solidFill>
                  <a:srgbClr val="232830"/>
                </a:solidFill>
              </a:defRPr>
            </a:pPr>
            <a:r>
              <a:t>Data collection and cleaning to make datasets suitable for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2064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EDA</a:t>
            </a:r>
          </a:p>
          <a:p>
            <a:pPr>
              <a:spcBef>
                <a:spcPts val="1000"/>
              </a:spcBef>
              <a:defRPr sz="1300">
                <a:solidFill>
                  <a:srgbClr val="232830"/>
                </a:solidFill>
              </a:defRPr>
            </a:pPr>
            <a:r>
              <a:t>Exploratory analysis to understand data characteristics and identify useful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512064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STATISTICAL ANALYSIS</a:t>
            </a:r>
          </a:p>
          <a:p>
            <a:pPr>
              <a:spcBef>
                <a:spcPts val="1000"/>
              </a:spcBef>
              <a:defRPr sz="1300">
                <a:solidFill>
                  <a:srgbClr val="232830"/>
                </a:solidFill>
              </a:defRPr>
            </a:pPr>
            <a:r>
              <a:t>Application of statistical analysis to support interpretation of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566160"/>
            <a:ext cx="512064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67E22"/>
                </a:solidFill>
              </a:defRPr>
            </a:pPr>
            <a:r>
              <a:t>MACHINE LEARNING</a:t>
            </a:r>
          </a:p>
          <a:p>
            <a:pPr>
              <a:spcBef>
                <a:spcPts val="1000"/>
              </a:spcBef>
              <a:defRPr sz="1300">
                <a:solidFill>
                  <a:srgbClr val="232830"/>
                </a:solidFill>
              </a:defRPr>
            </a:pPr>
            <a:r>
              <a:t>Machine learning model development and predictive modelling using Python.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  <a:latin typeface="Aptos"/>
              </a:defRPr>
            </a:pPr>
            <a:r>
              <a:t>05  •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05B"/>
                </a:solidFill>
                <a:latin typeface="Aptos Display"/>
              </a:defRPr>
            </a:pPr>
            <a:r>
              <a:t>TOOLS, OUTPUTS &amp; PRACTICAL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Aptos"/>
              </a:defRPr>
            </a:pPr>
            <a:r>
              <a:t>05 •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Python — data science and predictive modelling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SQL — data extraction and manipulation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Data visualization — communicating analytical findings</a:t>
            </a:r>
          </a:p>
          <a:p>
            <a:pPr>
              <a:spcAft>
                <a:spcPts val="1200"/>
              </a:spcAft>
              <a:defRPr sz="1500">
                <a:solidFill>
                  <a:srgbClr val="232830"/>
                </a:solidFill>
                <a:latin typeface="Aptos"/>
              </a:defRPr>
            </a:pPr>
            <a:r>
              <a:t>• Dashboards — presenting insights for decision making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074920" cy="4480560"/>
          </a:xfrm>
          <a:prstGeom prst="round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INTERNSHIP OUTPUT</a:t>
            </a:r>
          </a:p>
          <a:p>
            <a:pPr>
              <a:spcBef>
                <a:spcPts val="2200"/>
              </a:spcBef>
              <a:defRPr sz="1900" b="1">
                <a:solidFill>
                  <a:srgbClr val="FFFFFF"/>
                </a:solidFill>
              </a:defRPr>
            </a:pPr>
            <a:r>
              <a:t>A practical understanding of how data moves from collection and preparation to analysis, modelling and dashboard-based communication.</a:t>
            </a:r>
          </a:p>
          <a:p>
            <a:pPr>
              <a:spcBef>
                <a:spcPts val="2000"/>
              </a:spcBef>
              <a:defRPr sz="1400">
                <a:solidFill>
                  <a:srgbClr val="DCE6F2"/>
                </a:solidFill>
              </a:defRPr>
            </a:pPr>
            <a:r>
              <a:t>The completion certificate records successful work across these Data Science activities.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  <a:latin typeface="Aptos"/>
              </a:defRPr>
            </a:pPr>
            <a:r>
              <a:t>06  •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05B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Aptos"/>
              </a:defRPr>
            </a:pPr>
            <a:r>
              <a:t>06 •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Improved practical understanding of the Data Science lifecycle.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Developed experience in data cleaning, EDA and statistical analysis.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Strengthened data visualization and dashboard development skills.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Gained practical exposure to SQL-based data handling.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Built familiarity with machine learning model development and predictive modelling.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Improved analytical thinking, problem-solving, technical documentation and professional work habits.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  <a:latin typeface="Aptos"/>
              </a:defRPr>
            </a:pPr>
            <a:r>
              <a:t>07  •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1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305B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7E22"/>
                </a:solidFill>
                <a:latin typeface="Aptos"/>
              </a:defRPr>
            </a:pPr>
            <a:r>
              <a:t>07 •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424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05B"/>
                </a:solidFill>
              </a:defRPr>
            </a:pPr>
            <a:r>
              <a:t>BRIDGING ACADEMIC LEARNING WITH PRACTICAL DATA SCIENCE</a:t>
            </a:r>
          </a:p>
          <a:p>
            <a:pPr>
              <a:spcBef>
                <a:spcPts val="1000"/>
              </a:spcBef>
              <a:defRPr sz="1400">
                <a:solidFill>
                  <a:srgbClr val="69707A"/>
                </a:solidFill>
              </a:defRPr>
            </a:pPr>
            <a:r>
              <a:t>DailyKaam Internship • Data Science • 02 June 2026 – 24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71800"/>
            <a:ext cx="338328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E67E22"/>
                </a:solidFill>
              </a:defRPr>
            </a:pPr>
            <a:r>
              <a:t>ANALYSE</a:t>
            </a:r>
          </a:p>
          <a:p>
            <a:pPr algn="ctr">
              <a:spcBef>
                <a:spcPts val="1000"/>
              </a:spcBef>
              <a:defRPr sz="1300">
                <a:solidFill>
                  <a:srgbClr val="232830"/>
                </a:solidFill>
              </a:defRPr>
            </a:pPr>
            <a:r>
              <a:t>Turn prepared data into meaningful findings.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2971800"/>
            <a:ext cx="338328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E67E22"/>
                </a:solidFill>
              </a:defRPr>
            </a:pPr>
            <a:r>
              <a:t>MODEL</a:t>
            </a:r>
          </a:p>
          <a:p>
            <a:pPr algn="ctr">
              <a:spcBef>
                <a:spcPts val="1000"/>
              </a:spcBef>
              <a:defRPr sz="1300">
                <a:solidFill>
                  <a:srgbClr val="232830"/>
                </a:solidFill>
              </a:defRPr>
            </a:pPr>
            <a:r>
              <a:t>Use machine learning for predictive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19" y="2971800"/>
            <a:ext cx="338328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E67E22"/>
                </a:solidFill>
              </a:defRPr>
            </a:pPr>
            <a:r>
              <a:t>COMMUNICATE</a:t>
            </a:r>
          </a:p>
          <a:p>
            <a:pPr algn="ctr">
              <a:spcBef>
                <a:spcPts val="1000"/>
              </a:spcBef>
              <a:defRPr sz="1300">
                <a:solidFill>
                  <a:srgbClr val="232830"/>
                </a:solidFill>
              </a:defRPr>
            </a:pPr>
            <a:r>
              <a:t>Present insights through visualizations and dashboards.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305B"/>
                </a:solidFill>
              </a:defRPr>
            </a:pPr>
            <a:r>
              <a:t>PRASANT KUMAR CHOUDHARY  •  CS-2341863  •  B.Tech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1908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  <a:latin typeface="Aptos"/>
              </a:defRPr>
            </a:pPr>
            <a:r>
              <a:t>08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